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9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72" r:id="rId9"/>
    <p:sldId id="273" r:id="rId10"/>
    <p:sldId id="262" r:id="rId11"/>
    <p:sldId id="263" r:id="rId12"/>
    <p:sldId id="264" r:id="rId13"/>
    <p:sldId id="265" r:id="rId14"/>
    <p:sldId id="268" r:id="rId15"/>
    <p:sldId id="266" r:id="rId16"/>
    <p:sldId id="267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013B43-38DE-4712-A27A-7B2E3D9EFC83}" v="7" dt="2026-01-28T07:04:27.2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vinapdm@gmail.com" userId="3bd96f3e7e5f608d" providerId="LiveId" clId="{FBC752AE-C1ED-48BA-92BE-B2287487F4F7}"/>
    <pc:docChg chg="undo custSel addSld delSld modSld">
      <pc:chgData name="mevinapdm@gmail.com" userId="3bd96f3e7e5f608d" providerId="LiveId" clId="{FBC752AE-C1ED-48BA-92BE-B2287487F4F7}" dt="2026-01-28T07:05:25.984" v="65" actId="14100"/>
      <pc:docMkLst>
        <pc:docMk/>
      </pc:docMkLst>
      <pc:sldChg chg="del">
        <pc:chgData name="mevinapdm@gmail.com" userId="3bd96f3e7e5f608d" providerId="LiveId" clId="{FBC752AE-C1ED-48BA-92BE-B2287487F4F7}" dt="2026-01-28T06:20:46.209" v="47" actId="2696"/>
        <pc:sldMkLst>
          <pc:docMk/>
          <pc:sldMk cId="0" sldId="261"/>
        </pc:sldMkLst>
      </pc:sldChg>
      <pc:sldChg chg="modSp mod">
        <pc:chgData name="mevinapdm@gmail.com" userId="3bd96f3e7e5f608d" providerId="LiveId" clId="{FBC752AE-C1ED-48BA-92BE-B2287487F4F7}" dt="2026-01-28T06:02:41.739" v="46" actId="20577"/>
        <pc:sldMkLst>
          <pc:docMk/>
          <pc:sldMk cId="0" sldId="267"/>
        </pc:sldMkLst>
        <pc:spChg chg="mod">
          <ac:chgData name="mevinapdm@gmail.com" userId="3bd96f3e7e5f608d" providerId="LiveId" clId="{FBC752AE-C1ED-48BA-92BE-B2287487F4F7}" dt="2026-01-28T06:02:41.739" v="46" actId="20577"/>
          <ac:spMkLst>
            <pc:docMk/>
            <pc:sldMk cId="0" sldId="267"/>
            <ac:spMk id="3" creationId="{00000000-0000-0000-0000-000000000000}"/>
          </ac:spMkLst>
        </pc:spChg>
      </pc:sldChg>
      <pc:sldChg chg="addSp delSp modSp new mod modClrScheme chgLayout">
        <pc:chgData name="mevinapdm@gmail.com" userId="3bd96f3e7e5f608d" providerId="LiveId" clId="{FBC752AE-C1ED-48BA-92BE-B2287487F4F7}" dt="2026-01-28T05:17:42.091" v="37" actId="122"/>
        <pc:sldMkLst>
          <pc:docMk/>
          <pc:sldMk cId="1501986487" sldId="269"/>
        </pc:sldMkLst>
        <pc:spChg chg="add del mod">
          <ac:chgData name="mevinapdm@gmail.com" userId="3bd96f3e7e5f608d" providerId="LiveId" clId="{FBC752AE-C1ED-48BA-92BE-B2287487F4F7}" dt="2026-01-28T05:15:21.607" v="2" actId="700"/>
          <ac:spMkLst>
            <pc:docMk/>
            <pc:sldMk cId="1501986487" sldId="269"/>
            <ac:spMk id="2" creationId="{9B6754E1-F89E-90F1-CF5C-30846BF24C74}"/>
          </ac:spMkLst>
        </pc:spChg>
        <pc:spChg chg="add del mod">
          <ac:chgData name="mevinapdm@gmail.com" userId="3bd96f3e7e5f608d" providerId="LiveId" clId="{FBC752AE-C1ED-48BA-92BE-B2287487F4F7}" dt="2026-01-28T05:15:21.607" v="2" actId="700"/>
          <ac:spMkLst>
            <pc:docMk/>
            <pc:sldMk cId="1501986487" sldId="269"/>
            <ac:spMk id="3" creationId="{5831CB28-9607-A06A-F507-E7166EBBBFA4}"/>
          </ac:spMkLst>
        </pc:spChg>
        <pc:spChg chg="add mod">
          <ac:chgData name="mevinapdm@gmail.com" userId="3bd96f3e7e5f608d" providerId="LiveId" clId="{FBC752AE-C1ED-48BA-92BE-B2287487F4F7}" dt="2026-01-28T05:17:07.518" v="25" actId="255"/>
          <ac:spMkLst>
            <pc:docMk/>
            <pc:sldMk cId="1501986487" sldId="269"/>
            <ac:spMk id="4" creationId="{6FF5034A-A7C5-E3B8-7ECE-ABC92AC98113}"/>
          </ac:spMkLst>
        </pc:spChg>
        <pc:spChg chg="add mod">
          <ac:chgData name="mevinapdm@gmail.com" userId="3bd96f3e7e5f608d" providerId="LiveId" clId="{FBC752AE-C1ED-48BA-92BE-B2287487F4F7}" dt="2026-01-28T05:17:42.091" v="37" actId="122"/>
          <ac:spMkLst>
            <pc:docMk/>
            <pc:sldMk cId="1501986487" sldId="269"/>
            <ac:spMk id="5" creationId="{A2123634-7025-98E2-28BF-A0236C7FE5C2}"/>
          </ac:spMkLst>
        </pc:spChg>
      </pc:sldChg>
      <pc:sldChg chg="addSp modSp new mod">
        <pc:chgData name="mevinapdm@gmail.com" userId="3bd96f3e7e5f608d" providerId="LiveId" clId="{FBC752AE-C1ED-48BA-92BE-B2287487F4F7}" dt="2026-01-28T07:05:25.984" v="65" actId="14100"/>
        <pc:sldMkLst>
          <pc:docMk/>
          <pc:sldMk cId="2750612855" sldId="270"/>
        </pc:sldMkLst>
        <pc:picChg chg="add mod">
          <ac:chgData name="mevinapdm@gmail.com" userId="3bd96f3e7e5f608d" providerId="LiveId" clId="{FBC752AE-C1ED-48BA-92BE-B2287487F4F7}" dt="2026-01-28T07:05:25.984" v="65" actId="14100"/>
          <ac:picMkLst>
            <pc:docMk/>
            <pc:sldMk cId="2750612855" sldId="270"/>
            <ac:picMk id="3" creationId="{640B681A-0D60-E564-D949-1F89D8A07474}"/>
          </ac:picMkLst>
        </pc:picChg>
      </pc:sldChg>
      <pc:sldChg chg="addSp modSp new mod">
        <pc:chgData name="mevinapdm@gmail.com" userId="3bd96f3e7e5f608d" providerId="LiveId" clId="{FBC752AE-C1ED-48BA-92BE-B2287487F4F7}" dt="2026-01-28T07:03:42.163" v="54" actId="14100"/>
        <pc:sldMkLst>
          <pc:docMk/>
          <pc:sldMk cId="2855932781" sldId="271"/>
        </pc:sldMkLst>
        <pc:picChg chg="add mod">
          <ac:chgData name="mevinapdm@gmail.com" userId="3bd96f3e7e5f608d" providerId="LiveId" clId="{FBC752AE-C1ED-48BA-92BE-B2287487F4F7}" dt="2026-01-28T07:03:42.163" v="54" actId="14100"/>
          <ac:picMkLst>
            <pc:docMk/>
            <pc:sldMk cId="2855932781" sldId="271"/>
            <ac:picMk id="3" creationId="{0B7C8B9E-19C9-1ADC-7995-2E1AEA00C128}"/>
          </ac:picMkLst>
        </pc:picChg>
      </pc:sldChg>
      <pc:sldChg chg="addSp modSp new mod">
        <pc:chgData name="mevinapdm@gmail.com" userId="3bd96f3e7e5f608d" providerId="LiveId" clId="{FBC752AE-C1ED-48BA-92BE-B2287487F4F7}" dt="2026-01-28T07:04:08.917" v="58" actId="14100"/>
        <pc:sldMkLst>
          <pc:docMk/>
          <pc:sldMk cId="3532715360" sldId="272"/>
        </pc:sldMkLst>
        <pc:picChg chg="add mod">
          <ac:chgData name="mevinapdm@gmail.com" userId="3bd96f3e7e5f608d" providerId="LiveId" clId="{FBC752AE-C1ED-48BA-92BE-B2287487F4F7}" dt="2026-01-28T07:04:08.917" v="58" actId="14100"/>
          <ac:picMkLst>
            <pc:docMk/>
            <pc:sldMk cId="3532715360" sldId="272"/>
            <ac:picMk id="3" creationId="{C56BA04D-68DC-0BC6-7F75-8493FE617A3B}"/>
          </ac:picMkLst>
        </pc:picChg>
      </pc:sldChg>
      <pc:sldChg chg="addSp modSp new mod">
        <pc:chgData name="mevinapdm@gmail.com" userId="3bd96f3e7e5f608d" providerId="LiveId" clId="{FBC752AE-C1ED-48BA-92BE-B2287487F4F7}" dt="2026-01-28T07:04:39.388" v="63" actId="14100"/>
        <pc:sldMkLst>
          <pc:docMk/>
          <pc:sldMk cId="3529828948" sldId="273"/>
        </pc:sldMkLst>
        <pc:picChg chg="add mod">
          <ac:chgData name="mevinapdm@gmail.com" userId="3bd96f3e7e5f608d" providerId="LiveId" clId="{FBC752AE-C1ED-48BA-92BE-B2287487F4F7}" dt="2026-01-28T07:04:39.388" v="63" actId="14100"/>
          <ac:picMkLst>
            <pc:docMk/>
            <pc:sldMk cId="3529828948" sldId="273"/>
            <ac:picMk id="3" creationId="{275B58E3-3B6E-2F9D-8AEF-4D8CCA27301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09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01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8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2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3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87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681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47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40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7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6548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93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6089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289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778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0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9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Waste Management &amp; Recycling in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Machine Learning Project Report</a:t>
            </a:r>
          </a:p>
          <a:p>
            <a:r>
              <a:rPr sz="2000" dirty="0"/>
              <a:t>Presented by: </a:t>
            </a:r>
            <a:r>
              <a:rPr sz="2000" dirty="0" err="1"/>
              <a:t>Mevina</a:t>
            </a:r>
            <a:r>
              <a:rPr sz="2000" dirty="0"/>
              <a:t> PD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C7D506-0455-71F6-8ABF-F6C04E79D6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9722" y="-80990"/>
            <a:ext cx="4552391" cy="30349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028" y="533400"/>
            <a:ext cx="6347713" cy="1320800"/>
          </a:xfrm>
        </p:spPr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2800" dirty="0"/>
              <a:t>Rapid waste generation is a major environmental challenge.</a:t>
            </a:r>
          </a:p>
          <a:p>
            <a:pPr algn="just"/>
            <a:r>
              <a:rPr sz="2800" dirty="0"/>
              <a:t>Accurate prediction of waste generation helps improve planning and sustainability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- Analyze waste management data</a:t>
            </a:r>
          </a:p>
          <a:p>
            <a:pPr algn="just"/>
            <a:r>
              <a:rPr sz="2800" dirty="0"/>
              <a:t>-Identify key factors affecting waste generation</a:t>
            </a:r>
          </a:p>
          <a:p>
            <a:pPr algn="just"/>
            <a:r>
              <a:rPr sz="2800" dirty="0"/>
              <a:t>-Build ML models to predict waste generated (Tons/Day)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- Waste type</a:t>
            </a:r>
          </a:p>
          <a:p>
            <a:pPr algn="just"/>
            <a:r>
              <a:rPr sz="2800" dirty="0"/>
              <a:t>- Region</a:t>
            </a:r>
          </a:p>
          <a:p>
            <a:pPr algn="just"/>
            <a:r>
              <a:rPr sz="2800" dirty="0"/>
              <a:t>- Population</a:t>
            </a:r>
          </a:p>
          <a:p>
            <a:pPr algn="just"/>
            <a:r>
              <a:rPr sz="2800" dirty="0"/>
              <a:t>- Recycling rate</a:t>
            </a:r>
          </a:p>
          <a:p>
            <a:pPr algn="just"/>
            <a:r>
              <a:rPr sz="2800" dirty="0"/>
              <a:t>- Waste generated (Target Variable)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- Handling missing values</a:t>
            </a:r>
          </a:p>
          <a:p>
            <a:pPr algn="just"/>
            <a:r>
              <a:rPr sz="2800" dirty="0"/>
              <a:t>- Encoding categorical variables</a:t>
            </a:r>
          </a:p>
          <a:p>
            <a:pPr algn="just"/>
            <a:r>
              <a:rPr sz="2800" dirty="0"/>
              <a:t>- Feature selection and scaling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0B681A-0D60-E564-D949-1F89D8A07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29" y="1273629"/>
            <a:ext cx="7413171" cy="51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612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7C8B9E-19C9-1ADC-7995-2E1AEA00C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" y="771154"/>
            <a:ext cx="6487615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932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6BA04D-68DC-0BC6-7F75-8493FE617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6" y="740229"/>
            <a:ext cx="7689760" cy="553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715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5B58E3-3B6E-2F9D-8AEF-4D8CCA273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81" y="1121230"/>
            <a:ext cx="7198026" cy="499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28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Machine Learning 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- Linear Regression</a:t>
            </a:r>
          </a:p>
          <a:p>
            <a:pPr algn="just"/>
            <a:r>
              <a:rPr sz="2800" dirty="0"/>
              <a:t>- Decision Tree Regressor</a:t>
            </a:r>
          </a:p>
          <a:p>
            <a:pPr algn="just"/>
            <a:r>
              <a:rPr sz="2800" dirty="0"/>
              <a:t>- Random Forest Regressor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- Train-test split (80-20)</a:t>
            </a:r>
          </a:p>
          <a:p>
            <a:pPr algn="just"/>
            <a:r>
              <a:rPr sz="2800" dirty="0"/>
              <a:t>- Evaluation metric: R² Score</a:t>
            </a:r>
          </a:p>
          <a:p>
            <a:pPr algn="just"/>
            <a:r>
              <a:rPr sz="2800" dirty="0"/>
              <a:t>-Comparison of model performances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Best Model –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- Highest accuracy</a:t>
            </a:r>
          </a:p>
          <a:p>
            <a:pPr algn="just"/>
            <a:r>
              <a:rPr sz="2800" dirty="0"/>
              <a:t>-Handles non-linear data effectively</a:t>
            </a:r>
          </a:p>
          <a:p>
            <a:pPr algn="just"/>
            <a:r>
              <a:rPr sz="2800" dirty="0"/>
              <a:t>- Robust to overfitting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- </a:t>
            </a:r>
            <a:r>
              <a:rPr sz="2800" dirty="0"/>
              <a:t>Population and waste type strongly influence waste generation</a:t>
            </a:r>
          </a:p>
          <a:p>
            <a:pPr algn="just"/>
            <a:r>
              <a:rPr sz="2800" dirty="0"/>
              <a:t>- Ensemble models outperform basic regression models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B675F5-1E68-27CE-5878-F194186A3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1349829"/>
            <a:ext cx="8392886" cy="513842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D4A3C66-B9CD-7C87-F2E5-4119A22F0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63286"/>
            <a:ext cx="6347714" cy="990600"/>
          </a:xfrm>
        </p:spPr>
        <p:txBody>
          <a:bodyPr/>
          <a:lstStyle/>
          <a:p>
            <a:r>
              <a:rPr lang="en-US" dirty="0"/>
              <a:t>Dashboard Overview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452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Machine learning can effectively predict waste generation.</a:t>
            </a:r>
          </a:p>
          <a:p>
            <a:pPr algn="just"/>
            <a:r>
              <a:rPr sz="2800" dirty="0"/>
              <a:t>This project supports data-driven waste management planning.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- Time-series forecasting</a:t>
            </a:r>
          </a:p>
          <a:p>
            <a:pPr algn="just"/>
            <a:r>
              <a:rPr sz="2800" dirty="0"/>
              <a:t>- Real-time waste data</a:t>
            </a:r>
          </a:p>
          <a:p>
            <a:pPr algn="just"/>
            <a:r>
              <a:rPr sz="2800" dirty="0"/>
              <a:t>-Power</a:t>
            </a:r>
            <a:r>
              <a:rPr lang="en-US" sz="2800" dirty="0"/>
              <a:t> </a:t>
            </a:r>
            <a:r>
              <a:rPr sz="2800" dirty="0"/>
              <a:t>BI</a:t>
            </a:r>
            <a:r>
              <a:rPr lang="en-US" sz="2800" dirty="0"/>
              <a:t>  </a:t>
            </a:r>
            <a:r>
              <a:rPr sz="2800" dirty="0"/>
              <a:t>dashboard integration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123634-7025-98E2-28BF-A0236C7FE5C2}"/>
              </a:ext>
            </a:extLst>
          </p:cNvPr>
          <p:cNvSpPr txBox="1"/>
          <p:nvPr/>
        </p:nvSpPr>
        <p:spPr>
          <a:xfrm>
            <a:off x="1055914" y="3113314"/>
            <a:ext cx="63137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THANK YOU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50198648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143</TotalTime>
  <Words>203</Words>
  <Application>Microsoft Office PowerPoint</Application>
  <PresentationFormat>On-screen Show (4:3)</PresentationFormat>
  <Paragraphs>44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Wingdings 3</vt:lpstr>
      <vt:lpstr>Facet</vt:lpstr>
      <vt:lpstr>Waste Management &amp; Recycling in India</vt:lpstr>
      <vt:lpstr>Problem Statement</vt:lpstr>
      <vt:lpstr>Project Objectives</vt:lpstr>
      <vt:lpstr>Dataset Overview</vt:lpstr>
      <vt:lpstr>Data Preprocessing</vt:lpstr>
      <vt:lpstr>PowerPoint Presentation</vt:lpstr>
      <vt:lpstr>PowerPoint Presentation</vt:lpstr>
      <vt:lpstr>PowerPoint Presentation</vt:lpstr>
      <vt:lpstr>PowerPoint Presentation</vt:lpstr>
      <vt:lpstr>Machine Learning Models Used</vt:lpstr>
      <vt:lpstr>Model Evaluation</vt:lpstr>
      <vt:lpstr>Best Model – Random Forest</vt:lpstr>
      <vt:lpstr>Results &amp; Insights</vt:lpstr>
      <vt:lpstr>Dashboard Overview</vt:lpstr>
      <vt:lpstr>Conclusion</vt:lpstr>
      <vt:lpstr>Future Scope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mevinapdm@gmail.com</cp:lastModifiedBy>
  <cp:revision>3</cp:revision>
  <dcterms:created xsi:type="dcterms:W3CDTF">2013-01-27T09:14:16Z</dcterms:created>
  <dcterms:modified xsi:type="dcterms:W3CDTF">2026-01-28T07:05:33Z</dcterms:modified>
  <cp:category/>
</cp:coreProperties>
</file>